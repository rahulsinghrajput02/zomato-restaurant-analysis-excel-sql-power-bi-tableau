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38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5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40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4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90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3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6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5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9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9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4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5289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71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0756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40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16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6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Zomato Analysis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Insights &amp; Dashboards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analysis provides insights into customer behavior, restaurant performance, and delivery metrics from Zomato data. It helps identify trends and opportunities for operational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Cities by Orders and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Delhi, Mumbai, and Bangalore are top-performing cities.</a:t>
            </a:r>
          </a:p>
          <a:p>
            <a:r>
              <a:t>- These cities contribute over 60% of total revenue.</a:t>
            </a:r>
          </a:p>
          <a:p>
            <a:r>
              <a:t>- Tier-2 cities are showing rapid growth in order volume.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Preferences &amp; Ratings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Most preferred cuisines: North Indian, Chinese, and Fast Food.</a:t>
            </a:r>
          </a:p>
          <a:p>
            <a:r>
              <a:t>- Average customer rating is 3.8.</a:t>
            </a:r>
          </a:p>
          <a:p>
            <a:r>
              <a:t>- Customers rate ambiance and service quality highest.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Restaurant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High-performing restaurants have 4.0+ ratings and 90%+ on-time delivery.</a:t>
            </a:r>
          </a:p>
          <a:p>
            <a:r>
              <a:t>- Chain restaurants outperform local outlets.</a:t>
            </a:r>
          </a:p>
          <a:p>
            <a:r>
              <a:t>- Discounts and promotions strongly influence order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Average delivery time: 32 minutes.</a:t>
            </a:r>
          </a:p>
          <a:p>
            <a:r>
              <a:t>- Peak delays occur between 8 PM - 10 PM.</a:t>
            </a:r>
          </a:p>
          <a:p>
            <a:r>
              <a:t>- Fast delivery correlates with higher ratings.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Cuisine Popularity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North Indian leads across all cities.</a:t>
            </a:r>
          </a:p>
          <a:p>
            <a:r>
              <a:t>- Emerging trends: Healthy and vegan options.</a:t>
            </a:r>
          </a:p>
          <a:p>
            <a:r>
              <a:t>- Local specialties boost regional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Method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Online payments account for 75% of orders.</a:t>
            </a:r>
          </a:p>
          <a:p>
            <a:r>
              <a:t>- Wallets like Paytm and PhonePe are growing.</a:t>
            </a:r>
          </a:p>
          <a:p>
            <a:r>
              <a:t>- Cash on Delivery still preferred in Tier-2 cities.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Focus on optimizing delivery during peak hours.</a:t>
            </a:r>
          </a:p>
          <a:p>
            <a:r>
              <a:t>- Expand presence in Tier-2 cities.</a:t>
            </a:r>
          </a:p>
          <a:p>
            <a:r>
              <a:t>- Promote highly-rated local cuisines.</a:t>
            </a:r>
          </a:p>
          <a:p>
            <a:r>
              <a:t>- Enhance digital payment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258</Words>
  <Application>Microsoft Office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Zomato Analysis Summary</vt:lpstr>
      <vt:lpstr>Executive Summary</vt:lpstr>
      <vt:lpstr>Top Cities by Orders and Revenue</vt:lpstr>
      <vt:lpstr>Customer Preferences &amp; Ratings</vt:lpstr>
      <vt:lpstr>Restaurant Performance</vt:lpstr>
      <vt:lpstr>Delivery Time Analysis</vt:lpstr>
      <vt:lpstr>Cuisine Popularity</vt:lpstr>
      <vt:lpstr>Payment Method Trends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Benu Madhab Barman</cp:lastModifiedBy>
  <cp:revision>2</cp:revision>
  <dcterms:created xsi:type="dcterms:W3CDTF">2013-01-27T09:14:16Z</dcterms:created>
  <dcterms:modified xsi:type="dcterms:W3CDTF">2025-08-04T13:11:55Z</dcterms:modified>
  <cp:category/>
</cp:coreProperties>
</file>